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8"/>
  </p:notesMasterIdLst>
  <p:sldIdLst>
    <p:sldId id="256" r:id="rId2"/>
    <p:sldId id="259" r:id="rId3"/>
    <p:sldId id="261" r:id="rId4"/>
    <p:sldId id="262" r:id="rId5"/>
    <p:sldId id="263" r:id="rId6"/>
    <p:sldId id="269" r:id="rId7"/>
  </p:sldIdLst>
  <p:sldSz cx="9144000" cy="5143500" type="screen16x9"/>
  <p:notesSz cx="6858000" cy="9144000"/>
  <p:embeddedFontLst>
    <p:embeddedFont>
      <p:font typeface="Play" panose="020B0604020202020204" charset="0"/>
      <p:regular r:id="rId9"/>
      <p:bold r:id="rId10"/>
    </p:embeddedFont>
    <p:embeddedFont>
      <p:font typeface="Source Sans Pro" panose="020B0503030403020204" pitchFamily="3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11">
          <p15:clr>
            <a:srgbClr val="EA433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2CFC8B-E13E-4F86-924C-BB3531AF9557}">
  <a:tblStyle styleId="{902CFC8B-E13E-4F86-924C-BB3531AF95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14"/>
      </p:cViewPr>
      <p:guideLst>
        <p:guide pos="531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666E37-F892-4D09-9B76-22A1722CA71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bg-BG"/>
        </a:p>
      </dgm:t>
    </dgm:pt>
    <dgm:pt modelId="{925A9789-739F-4BE9-AD92-94EDB18CAF46}">
      <dgm:prSet phldrT="[Text]" phldr="0"/>
      <dgm:spPr/>
      <dgm:t>
        <a:bodyPr/>
        <a:lstStyle/>
        <a:p>
          <a:r>
            <a:rPr lang="bg-BG" dirty="0"/>
            <a:t>Направяне на отбор</a:t>
          </a:r>
        </a:p>
      </dgm:t>
    </dgm:pt>
    <dgm:pt modelId="{47D261A2-3CE5-40F5-B7F0-A1F343D8C97A}" type="parTrans" cxnId="{E86DE67A-A05A-4125-8B1E-14E390621B40}">
      <dgm:prSet/>
      <dgm:spPr/>
      <dgm:t>
        <a:bodyPr/>
        <a:lstStyle/>
        <a:p>
          <a:endParaRPr lang="bg-BG"/>
        </a:p>
      </dgm:t>
    </dgm:pt>
    <dgm:pt modelId="{D187FACA-1462-47D4-A3D9-045E92B07C06}" type="sibTrans" cxnId="{E86DE67A-A05A-4125-8B1E-14E390621B40}">
      <dgm:prSet/>
      <dgm:spPr/>
      <dgm:t>
        <a:bodyPr/>
        <a:lstStyle/>
        <a:p>
          <a:endParaRPr lang="bg-BG"/>
        </a:p>
      </dgm:t>
    </dgm:pt>
    <dgm:pt modelId="{96B8E1DE-1E50-44CD-9F10-AF55ED004A3B}">
      <dgm:prSet phldrT="[Text]" phldr="0"/>
      <dgm:spPr/>
      <dgm:t>
        <a:bodyPr/>
        <a:lstStyle/>
        <a:p>
          <a:r>
            <a:rPr lang="bg-BG" dirty="0"/>
            <a:t>Измисляне на идеята</a:t>
          </a:r>
        </a:p>
      </dgm:t>
    </dgm:pt>
    <dgm:pt modelId="{20FEE209-F315-4F6D-B4C7-C1C3768C8130}" type="parTrans" cxnId="{E5800A6C-B897-4D12-A0F6-A4D291975E81}">
      <dgm:prSet/>
      <dgm:spPr/>
      <dgm:t>
        <a:bodyPr/>
        <a:lstStyle/>
        <a:p>
          <a:endParaRPr lang="bg-BG"/>
        </a:p>
      </dgm:t>
    </dgm:pt>
    <dgm:pt modelId="{5C0249C1-1813-4521-AAEC-24C2CABCE03D}" type="sibTrans" cxnId="{E5800A6C-B897-4D12-A0F6-A4D291975E81}">
      <dgm:prSet/>
      <dgm:spPr/>
      <dgm:t>
        <a:bodyPr/>
        <a:lstStyle/>
        <a:p>
          <a:endParaRPr lang="bg-BG"/>
        </a:p>
      </dgm:t>
    </dgm:pt>
    <dgm:pt modelId="{B45A42CD-D6AA-4538-BAD3-8A1FB5F9893D}">
      <dgm:prSet phldrT="[Text]" phldr="0"/>
      <dgm:spPr/>
      <dgm:t>
        <a:bodyPr/>
        <a:lstStyle/>
        <a:p>
          <a:r>
            <a:rPr lang="bg-BG" dirty="0"/>
            <a:t>Изготвяне на проекта</a:t>
          </a:r>
        </a:p>
      </dgm:t>
    </dgm:pt>
    <dgm:pt modelId="{F0BD1D6E-3048-43B9-87CF-1003D9ED6F9B}" type="parTrans" cxnId="{C7731BC5-20DB-449D-B015-080B041BF601}">
      <dgm:prSet/>
      <dgm:spPr/>
      <dgm:t>
        <a:bodyPr/>
        <a:lstStyle/>
        <a:p>
          <a:endParaRPr lang="bg-BG"/>
        </a:p>
      </dgm:t>
    </dgm:pt>
    <dgm:pt modelId="{DBFCE86C-7F05-4129-AAA5-14C8C2933ADC}" type="sibTrans" cxnId="{C7731BC5-20DB-449D-B015-080B041BF601}">
      <dgm:prSet/>
      <dgm:spPr/>
      <dgm:t>
        <a:bodyPr/>
        <a:lstStyle/>
        <a:p>
          <a:endParaRPr lang="bg-BG"/>
        </a:p>
      </dgm:t>
    </dgm:pt>
    <dgm:pt modelId="{6759C6AD-21FD-42DA-9015-2AA7CA789AB6}">
      <dgm:prSet/>
      <dgm:spPr/>
      <dgm:t>
        <a:bodyPr/>
        <a:lstStyle/>
        <a:p>
          <a:r>
            <a:rPr lang="bg-BG" dirty="0"/>
            <a:t>Презентиране</a:t>
          </a:r>
        </a:p>
      </dgm:t>
    </dgm:pt>
    <dgm:pt modelId="{26603A5C-4348-4C0C-B034-DCDD26A1653E}" type="parTrans" cxnId="{51EB4BC1-CA50-4887-A0B3-8ABD5CEA52E8}">
      <dgm:prSet/>
      <dgm:spPr/>
      <dgm:t>
        <a:bodyPr/>
        <a:lstStyle/>
        <a:p>
          <a:endParaRPr lang="bg-BG"/>
        </a:p>
      </dgm:t>
    </dgm:pt>
    <dgm:pt modelId="{910B7D78-71A7-466F-BCB7-96BD939B51D6}" type="sibTrans" cxnId="{51EB4BC1-CA50-4887-A0B3-8ABD5CEA52E8}">
      <dgm:prSet/>
      <dgm:spPr/>
      <dgm:t>
        <a:bodyPr/>
        <a:lstStyle/>
        <a:p>
          <a:endParaRPr lang="bg-BG"/>
        </a:p>
      </dgm:t>
    </dgm:pt>
    <dgm:pt modelId="{2A238BEE-076E-470A-A247-32EA44DAD492}" type="pres">
      <dgm:prSet presAssocID="{55666E37-F892-4D09-9B76-22A1722CA71A}" presName="Name0" presStyleCnt="0">
        <dgm:presLayoutVars>
          <dgm:dir/>
          <dgm:animLvl val="lvl"/>
          <dgm:resizeHandles val="exact"/>
        </dgm:presLayoutVars>
      </dgm:prSet>
      <dgm:spPr/>
    </dgm:pt>
    <dgm:pt modelId="{4B55D99A-7CD7-4A1B-A506-03A1152204FE}" type="pres">
      <dgm:prSet presAssocID="{925A9789-739F-4BE9-AD92-94EDB18CAF46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F149BA1-117C-4701-8EDE-52627966A350}" type="pres">
      <dgm:prSet presAssocID="{D187FACA-1462-47D4-A3D9-045E92B07C06}" presName="parTxOnlySpace" presStyleCnt="0"/>
      <dgm:spPr/>
    </dgm:pt>
    <dgm:pt modelId="{206D87C0-6AD1-485E-AA07-C15A6B774839}" type="pres">
      <dgm:prSet presAssocID="{96B8E1DE-1E50-44CD-9F10-AF55ED004A3B}" presName="parTxOnly" presStyleLbl="node1" presStyleIdx="1" presStyleCnt="4" custLinFactNeighborX="16707">
        <dgm:presLayoutVars>
          <dgm:chMax val="0"/>
          <dgm:chPref val="0"/>
          <dgm:bulletEnabled val="1"/>
        </dgm:presLayoutVars>
      </dgm:prSet>
      <dgm:spPr/>
    </dgm:pt>
    <dgm:pt modelId="{23B00801-F52F-42E9-9BC0-2BE96D18748C}" type="pres">
      <dgm:prSet presAssocID="{5C0249C1-1813-4521-AAEC-24C2CABCE03D}" presName="parTxOnlySpace" presStyleCnt="0"/>
      <dgm:spPr/>
    </dgm:pt>
    <dgm:pt modelId="{A4A1C427-E7EE-43E9-88A1-0BE2715E0AD8}" type="pres">
      <dgm:prSet presAssocID="{B45A42CD-D6AA-4538-BAD3-8A1FB5F9893D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C8143CD-F1EB-4407-932B-B6FE02D76F8A}" type="pres">
      <dgm:prSet presAssocID="{DBFCE86C-7F05-4129-AAA5-14C8C2933ADC}" presName="parTxOnlySpace" presStyleCnt="0"/>
      <dgm:spPr/>
    </dgm:pt>
    <dgm:pt modelId="{2F7731F8-A0E6-4CF5-A2C0-38E4637AC41A}" type="pres">
      <dgm:prSet presAssocID="{6759C6AD-21FD-42DA-9015-2AA7CA789AB6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A28202-1075-4DB3-8A59-20FEE11D1CD5}" type="presOf" srcId="{925A9789-739F-4BE9-AD92-94EDB18CAF46}" destId="{4B55D99A-7CD7-4A1B-A506-03A1152204FE}" srcOrd="0" destOrd="0" presId="urn:microsoft.com/office/officeart/2005/8/layout/chevron1"/>
    <dgm:cxn modelId="{06BFED08-078A-4AB6-AC95-C5F6C623BE3F}" type="presOf" srcId="{B45A42CD-D6AA-4538-BAD3-8A1FB5F9893D}" destId="{A4A1C427-E7EE-43E9-88A1-0BE2715E0AD8}" srcOrd="0" destOrd="0" presId="urn:microsoft.com/office/officeart/2005/8/layout/chevron1"/>
    <dgm:cxn modelId="{79B8C509-6D11-488F-AADC-097A987A38BE}" type="presOf" srcId="{55666E37-F892-4D09-9B76-22A1722CA71A}" destId="{2A238BEE-076E-470A-A247-32EA44DAD492}" srcOrd="0" destOrd="0" presId="urn:microsoft.com/office/officeart/2005/8/layout/chevron1"/>
    <dgm:cxn modelId="{2D57CF2C-85EB-4459-9B47-D9E206E2AA06}" type="presOf" srcId="{96B8E1DE-1E50-44CD-9F10-AF55ED004A3B}" destId="{206D87C0-6AD1-485E-AA07-C15A6B774839}" srcOrd="0" destOrd="0" presId="urn:microsoft.com/office/officeart/2005/8/layout/chevron1"/>
    <dgm:cxn modelId="{E5800A6C-B897-4D12-A0F6-A4D291975E81}" srcId="{55666E37-F892-4D09-9B76-22A1722CA71A}" destId="{96B8E1DE-1E50-44CD-9F10-AF55ED004A3B}" srcOrd="1" destOrd="0" parTransId="{20FEE209-F315-4F6D-B4C7-C1C3768C8130}" sibTransId="{5C0249C1-1813-4521-AAEC-24C2CABCE03D}"/>
    <dgm:cxn modelId="{E86DE67A-A05A-4125-8B1E-14E390621B40}" srcId="{55666E37-F892-4D09-9B76-22A1722CA71A}" destId="{925A9789-739F-4BE9-AD92-94EDB18CAF46}" srcOrd="0" destOrd="0" parTransId="{47D261A2-3CE5-40F5-B7F0-A1F343D8C97A}" sibTransId="{D187FACA-1462-47D4-A3D9-045E92B07C06}"/>
    <dgm:cxn modelId="{CC687EB6-F6B8-4FC0-A9F9-C0DB0C2D0C0C}" type="presOf" srcId="{6759C6AD-21FD-42DA-9015-2AA7CA789AB6}" destId="{2F7731F8-A0E6-4CF5-A2C0-38E4637AC41A}" srcOrd="0" destOrd="0" presId="urn:microsoft.com/office/officeart/2005/8/layout/chevron1"/>
    <dgm:cxn modelId="{51EB4BC1-CA50-4887-A0B3-8ABD5CEA52E8}" srcId="{55666E37-F892-4D09-9B76-22A1722CA71A}" destId="{6759C6AD-21FD-42DA-9015-2AA7CA789AB6}" srcOrd="3" destOrd="0" parTransId="{26603A5C-4348-4C0C-B034-DCDD26A1653E}" sibTransId="{910B7D78-71A7-466F-BCB7-96BD939B51D6}"/>
    <dgm:cxn modelId="{C7731BC5-20DB-449D-B015-080B041BF601}" srcId="{55666E37-F892-4D09-9B76-22A1722CA71A}" destId="{B45A42CD-D6AA-4538-BAD3-8A1FB5F9893D}" srcOrd="2" destOrd="0" parTransId="{F0BD1D6E-3048-43B9-87CF-1003D9ED6F9B}" sibTransId="{DBFCE86C-7F05-4129-AAA5-14C8C2933ADC}"/>
    <dgm:cxn modelId="{4B693432-4797-4A75-A88B-C14964ED5265}" type="presParOf" srcId="{2A238BEE-076E-470A-A247-32EA44DAD492}" destId="{4B55D99A-7CD7-4A1B-A506-03A1152204FE}" srcOrd="0" destOrd="0" presId="urn:microsoft.com/office/officeart/2005/8/layout/chevron1"/>
    <dgm:cxn modelId="{0508A9B6-D21E-4D5B-97B8-0A0B19386735}" type="presParOf" srcId="{2A238BEE-076E-470A-A247-32EA44DAD492}" destId="{2F149BA1-117C-4701-8EDE-52627966A350}" srcOrd="1" destOrd="0" presId="urn:microsoft.com/office/officeart/2005/8/layout/chevron1"/>
    <dgm:cxn modelId="{2BEAB8A6-60E9-4FC7-953F-303CDE3BA70F}" type="presParOf" srcId="{2A238BEE-076E-470A-A247-32EA44DAD492}" destId="{206D87C0-6AD1-485E-AA07-C15A6B774839}" srcOrd="2" destOrd="0" presId="urn:microsoft.com/office/officeart/2005/8/layout/chevron1"/>
    <dgm:cxn modelId="{97583F12-94F5-4567-8911-AF5B4A3BAC17}" type="presParOf" srcId="{2A238BEE-076E-470A-A247-32EA44DAD492}" destId="{23B00801-F52F-42E9-9BC0-2BE96D18748C}" srcOrd="3" destOrd="0" presId="urn:microsoft.com/office/officeart/2005/8/layout/chevron1"/>
    <dgm:cxn modelId="{9A4129A7-BF49-4C31-A2A4-1764475CB380}" type="presParOf" srcId="{2A238BEE-076E-470A-A247-32EA44DAD492}" destId="{A4A1C427-E7EE-43E9-88A1-0BE2715E0AD8}" srcOrd="4" destOrd="0" presId="urn:microsoft.com/office/officeart/2005/8/layout/chevron1"/>
    <dgm:cxn modelId="{CEC65BC1-BC29-49E7-8545-E40C92666D3E}" type="presParOf" srcId="{2A238BEE-076E-470A-A247-32EA44DAD492}" destId="{DC8143CD-F1EB-4407-932B-B6FE02D76F8A}" srcOrd="5" destOrd="0" presId="urn:microsoft.com/office/officeart/2005/8/layout/chevron1"/>
    <dgm:cxn modelId="{10D0D381-A743-449D-8F7B-BB7C12C790BE}" type="presParOf" srcId="{2A238BEE-076E-470A-A247-32EA44DAD492}" destId="{2F7731F8-A0E6-4CF5-A2C0-38E4637AC41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5D99A-7CD7-4A1B-A506-03A1152204FE}">
      <dsp:nvSpPr>
        <dsp:cNvPr id="0" name=""/>
        <dsp:cNvSpPr/>
      </dsp:nvSpPr>
      <dsp:spPr>
        <a:xfrm>
          <a:off x="3622" y="1610330"/>
          <a:ext cx="2108910" cy="8435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400" kern="1200" dirty="0"/>
            <a:t>Направяне на отбор</a:t>
          </a:r>
        </a:p>
      </dsp:txBody>
      <dsp:txXfrm>
        <a:off x="425404" y="1610330"/>
        <a:ext cx="1265346" cy="843564"/>
      </dsp:txXfrm>
    </dsp:sp>
    <dsp:sp modelId="{206D87C0-6AD1-485E-AA07-C15A6B774839}">
      <dsp:nvSpPr>
        <dsp:cNvPr id="0" name=""/>
        <dsp:cNvSpPr/>
      </dsp:nvSpPr>
      <dsp:spPr>
        <a:xfrm>
          <a:off x="1936875" y="1610330"/>
          <a:ext cx="2108910" cy="8435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400" kern="1200" dirty="0"/>
            <a:t>Измисляне на идеята</a:t>
          </a:r>
        </a:p>
      </dsp:txBody>
      <dsp:txXfrm>
        <a:off x="2358657" y="1610330"/>
        <a:ext cx="1265346" cy="843564"/>
      </dsp:txXfrm>
    </dsp:sp>
    <dsp:sp modelId="{A4A1C427-E7EE-43E9-88A1-0BE2715E0AD8}">
      <dsp:nvSpPr>
        <dsp:cNvPr id="0" name=""/>
        <dsp:cNvSpPr/>
      </dsp:nvSpPr>
      <dsp:spPr>
        <a:xfrm>
          <a:off x="3799661" y="1610330"/>
          <a:ext cx="2108910" cy="8435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400" kern="1200" dirty="0"/>
            <a:t>Изготвяне на проекта</a:t>
          </a:r>
        </a:p>
      </dsp:txBody>
      <dsp:txXfrm>
        <a:off x="4221443" y="1610330"/>
        <a:ext cx="1265346" cy="843564"/>
      </dsp:txXfrm>
    </dsp:sp>
    <dsp:sp modelId="{2F7731F8-A0E6-4CF5-A2C0-38E4637AC41A}">
      <dsp:nvSpPr>
        <dsp:cNvPr id="0" name=""/>
        <dsp:cNvSpPr/>
      </dsp:nvSpPr>
      <dsp:spPr>
        <a:xfrm>
          <a:off x="5697680" y="1610330"/>
          <a:ext cx="2108910" cy="8435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400" kern="1200" dirty="0"/>
            <a:t>Презентиране</a:t>
          </a:r>
        </a:p>
      </dsp:txBody>
      <dsp:txXfrm>
        <a:off x="6119462" y="1610330"/>
        <a:ext cx="1265346" cy="843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g10b651380e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636" name="Google Shape;2636;g10b651380e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g10b651380e3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664" name="Google Shape;2664;g10b651380e3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g10b651380e3_0_2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718" name="Google Shape;2718;g10b651380e3_0_2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g10aca425e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724" name="Google Shape;2724;g10aca425eb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g10a9ee379fb_0_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3044" name="Google Shape;3044;g10a9ee379fb_0_8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5"/>
          <p:cNvSpPr txBox="1">
            <a:spLocks noGrp="1"/>
          </p:cNvSpPr>
          <p:nvPr>
            <p:ph type="subTitle" idx="1"/>
          </p:nvPr>
        </p:nvSpPr>
        <p:spPr>
          <a:xfrm>
            <a:off x="1928175" y="341159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"/>
          <p:cNvSpPr txBox="1">
            <a:spLocks noGrp="1"/>
          </p:cNvSpPr>
          <p:nvPr>
            <p:ph type="subTitle" idx="2"/>
          </p:nvPr>
        </p:nvSpPr>
        <p:spPr>
          <a:xfrm>
            <a:off x="1928175" y="295415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56" name="Google Shape;256;p5"/>
          <p:cNvSpPr txBox="1">
            <a:spLocks noGrp="1"/>
          </p:cNvSpPr>
          <p:nvPr>
            <p:ph type="subTitle" idx="3"/>
          </p:nvPr>
        </p:nvSpPr>
        <p:spPr>
          <a:xfrm>
            <a:off x="4901325" y="3411591"/>
            <a:ext cx="23145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5"/>
          <p:cNvSpPr txBox="1">
            <a:spLocks noGrp="1"/>
          </p:cNvSpPr>
          <p:nvPr>
            <p:ph type="subTitle" idx="4"/>
          </p:nvPr>
        </p:nvSpPr>
        <p:spPr>
          <a:xfrm>
            <a:off x="4901325" y="2954153"/>
            <a:ext cx="23145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58" name="Google Shape;258;p5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grpSp>
        <p:nvGrpSpPr>
          <p:cNvPr id="259" name="Google Shape;259;p5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60" name="Google Shape;260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5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75" name="Google Shape;275;p5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84" name="Google Shape;284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5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99" name="Google Shape;299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5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grpSp>
        <p:nvGrpSpPr>
          <p:cNvPr id="356" name="Google Shape;356;p5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357" name="Google Shape;357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359" name="Google Shape;359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" name="Google Shape;361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7"/>
          <p:cNvGrpSpPr/>
          <p:nvPr/>
        </p:nvGrpSpPr>
        <p:grpSpPr>
          <a:xfrm rot="5400000">
            <a:off x="2682300" y="624611"/>
            <a:ext cx="3769563" cy="11358057"/>
            <a:chOff x="-2722250" y="-1079764"/>
            <a:chExt cx="3769563" cy="11358057"/>
          </a:xfrm>
        </p:grpSpPr>
        <p:sp>
          <p:nvSpPr>
            <p:cNvPr id="442" name="Google Shape;442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8129425" y="-110899"/>
            <a:ext cx="4222888" cy="4088811"/>
            <a:chOff x="8129425" y="2555026"/>
            <a:chExt cx="4222888" cy="4088811"/>
          </a:xfrm>
        </p:grpSpPr>
        <p:sp>
          <p:nvSpPr>
            <p:cNvPr id="457" name="Google Shape;457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7"/>
          <p:cNvGrpSpPr/>
          <p:nvPr/>
        </p:nvGrpSpPr>
        <p:grpSpPr>
          <a:xfrm>
            <a:off x="-2635762" y="-5215852"/>
            <a:ext cx="3769563" cy="11358057"/>
            <a:chOff x="-2635762" y="-5215852"/>
            <a:chExt cx="3769563" cy="11358057"/>
          </a:xfrm>
        </p:grpSpPr>
        <p:sp>
          <p:nvSpPr>
            <p:cNvPr id="466" name="Google Shape;466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7"/>
          <p:cNvSpPr txBox="1">
            <a:spLocks noGrp="1"/>
          </p:cNvSpPr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7"/>
          <p:cNvSpPr txBox="1">
            <a:spLocks noGrp="1"/>
          </p:cNvSpPr>
          <p:nvPr>
            <p:ph type="body" idx="1"/>
          </p:nvPr>
        </p:nvSpPr>
        <p:spPr>
          <a:xfrm>
            <a:off x="2541150" y="2050375"/>
            <a:ext cx="40617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"/>
          <p:cNvSpPr txBox="1">
            <a:spLocks noGrp="1"/>
          </p:cNvSpPr>
          <p:nvPr>
            <p:ph type="title"/>
          </p:nvPr>
        </p:nvSpPr>
        <p:spPr>
          <a:xfrm>
            <a:off x="1251900" y="1284675"/>
            <a:ext cx="66402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grpSp>
        <p:nvGrpSpPr>
          <p:cNvPr id="486" name="Google Shape;486;p8"/>
          <p:cNvGrpSpPr/>
          <p:nvPr/>
        </p:nvGrpSpPr>
        <p:grpSpPr>
          <a:xfrm rot="-5400000" flipH="1">
            <a:off x="5484825" y="4506281"/>
            <a:ext cx="4222888" cy="4088811"/>
            <a:chOff x="8129425" y="2555026"/>
            <a:chExt cx="4222888" cy="4088811"/>
          </a:xfrm>
        </p:grpSpPr>
        <p:sp>
          <p:nvSpPr>
            <p:cNvPr id="487" name="Google Shape;487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8"/>
          <p:cNvGrpSpPr/>
          <p:nvPr/>
        </p:nvGrpSpPr>
        <p:grpSpPr>
          <a:xfrm rot="10800000" flipH="1">
            <a:off x="8272302" y="-5544304"/>
            <a:ext cx="3769563" cy="11358057"/>
            <a:chOff x="-2722250" y="-1079764"/>
            <a:chExt cx="3769563" cy="11358057"/>
          </a:xfrm>
        </p:grpSpPr>
        <p:sp>
          <p:nvSpPr>
            <p:cNvPr id="496" name="Google Shape;496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" name="Google Shape;510;p8"/>
          <p:cNvGrpSpPr/>
          <p:nvPr/>
        </p:nvGrpSpPr>
        <p:grpSpPr>
          <a:xfrm rot="5400000" flipH="1">
            <a:off x="-557306" y="-3451592"/>
            <a:ext cx="4222888" cy="4088811"/>
            <a:chOff x="8129425" y="2555026"/>
            <a:chExt cx="4222888" cy="4088811"/>
          </a:xfrm>
        </p:grpSpPr>
        <p:sp>
          <p:nvSpPr>
            <p:cNvPr id="511" name="Google Shape;511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8"/>
          <p:cNvGrpSpPr/>
          <p:nvPr/>
        </p:nvGrpSpPr>
        <p:grpSpPr>
          <a:xfrm rot="5400000" flipH="1">
            <a:off x="-6692119" y="-1358592"/>
            <a:ext cx="3769563" cy="11358057"/>
            <a:chOff x="-2722250" y="-1079764"/>
            <a:chExt cx="3769563" cy="11358057"/>
          </a:xfrm>
        </p:grpSpPr>
        <p:sp>
          <p:nvSpPr>
            <p:cNvPr id="520" name="Google Shape;520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344500" y="1378869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549400" y="2544981"/>
            <a:ext cx="4045200" cy="12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cxnSp>
        <p:nvCxnSpPr>
          <p:cNvPr id="538" name="Google Shape;538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39" name="Google Shape;539;p9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540" name="Google Shape;540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9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549" name="Google Shape;549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9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564" name="Google Shape;564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2" name="Google Shape;572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9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574" name="Google Shape;574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583" name="Google Shape;583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584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85" name="Google Shape;585;p9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586" name="Google Shape;586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9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591" name="Google Shape;591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  <p:txBody>
          <a:bodyPr/>
          <a:lstStyle/>
          <a:p>
            <a:endParaRPr lang="bg-BG"/>
          </a:p>
        </p:txBody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40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Team 25</a:t>
            </a:r>
            <a:endParaRPr dirty="0"/>
          </a:p>
        </p:txBody>
      </p:sp>
      <p:sp>
        <p:nvSpPr>
          <p:cNvPr id="2639" name="Google Shape;2639;p40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Презентация за проекта ни</a:t>
            </a:r>
            <a:endParaRPr dirty="0"/>
          </a:p>
        </p:txBody>
      </p:sp>
      <p:cxnSp>
        <p:nvCxnSpPr>
          <p:cNvPr id="2640" name="Google Shape;2640;p40"/>
          <p:cNvCxnSpPr/>
          <p:nvPr/>
        </p:nvCxnSpPr>
        <p:spPr>
          <a:xfrm>
            <a:off x="2500475" y="3663720"/>
            <a:ext cx="4177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641" name="Google Shape;2641;p40"/>
          <p:cNvGrpSpPr/>
          <p:nvPr/>
        </p:nvGrpSpPr>
        <p:grpSpPr>
          <a:xfrm>
            <a:off x="2365175" y="3596070"/>
            <a:ext cx="4447650" cy="135300"/>
            <a:chOff x="2365175" y="3596070"/>
            <a:chExt cx="4447650" cy="135300"/>
          </a:xfrm>
        </p:grpSpPr>
        <p:sp>
          <p:nvSpPr>
            <p:cNvPr id="2642" name="Google Shape;2642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44" name="Google Shape;2644;p40"/>
            <p:cNvCxnSpPr>
              <a:stCxn id="2642" idx="6"/>
              <a:endCxn id="2643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6" name="Google Shape;2666;p43"/>
          <p:cNvGrpSpPr/>
          <p:nvPr/>
        </p:nvGrpSpPr>
        <p:grpSpPr>
          <a:xfrm>
            <a:off x="1053497" y="3073586"/>
            <a:ext cx="795537" cy="795537"/>
            <a:chOff x="851175" y="1582401"/>
            <a:chExt cx="964872" cy="964872"/>
          </a:xfrm>
        </p:grpSpPr>
        <p:sp>
          <p:nvSpPr>
            <p:cNvPr id="2667" name="Google Shape;266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2" name="Google Shape;2672;p43"/>
          <p:cNvGrpSpPr/>
          <p:nvPr/>
        </p:nvGrpSpPr>
        <p:grpSpPr>
          <a:xfrm>
            <a:off x="4908972" y="1743274"/>
            <a:ext cx="795537" cy="795537"/>
            <a:chOff x="851175" y="1582401"/>
            <a:chExt cx="964872" cy="964872"/>
          </a:xfrm>
        </p:grpSpPr>
        <p:sp>
          <p:nvSpPr>
            <p:cNvPr id="2673" name="Google Shape;2673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43"/>
          <p:cNvGrpSpPr/>
          <p:nvPr/>
        </p:nvGrpSpPr>
        <p:grpSpPr>
          <a:xfrm>
            <a:off x="1053497" y="1743286"/>
            <a:ext cx="795537" cy="795537"/>
            <a:chOff x="851175" y="1582401"/>
            <a:chExt cx="964872" cy="964872"/>
          </a:xfrm>
        </p:grpSpPr>
        <p:sp>
          <p:nvSpPr>
            <p:cNvPr id="2676" name="Google Shape;2676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8" name="Google Shape;2678;p4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Съдържание</a:t>
            </a:r>
            <a:endParaRPr dirty="0"/>
          </a:p>
        </p:txBody>
      </p:sp>
      <p:sp>
        <p:nvSpPr>
          <p:cNvPr id="2679" name="Google Shape;2679;p4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Показва как сме планирали нещата за проекта</a:t>
            </a:r>
            <a:endParaRPr dirty="0"/>
          </a:p>
        </p:txBody>
      </p:sp>
      <p:sp>
        <p:nvSpPr>
          <p:cNvPr id="2680" name="Google Shape;2680;p4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76828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Етапи на планиране</a:t>
            </a:r>
            <a:endParaRPr dirty="0"/>
          </a:p>
        </p:txBody>
      </p:sp>
      <p:sp>
        <p:nvSpPr>
          <p:cNvPr id="2681" name="Google Shape;2681;p43"/>
          <p:cNvSpPr txBox="1">
            <a:spLocks noGrp="1"/>
          </p:cNvSpPr>
          <p:nvPr>
            <p:ph type="title" idx="3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83" name="Google Shape;2683;p43"/>
          <p:cNvSpPr txBox="1">
            <a:spLocks noGrp="1"/>
          </p:cNvSpPr>
          <p:nvPr>
            <p:ph type="title" idx="5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684" name="Google Shape;2684;p43"/>
          <p:cNvSpPr txBox="1">
            <a:spLocks noGrp="1"/>
          </p:cNvSpPr>
          <p:nvPr>
            <p:ph type="title" idx="6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85" name="Google Shape;2685;p4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Показва отборът ни</a:t>
            </a:r>
            <a:endParaRPr dirty="0"/>
          </a:p>
        </p:txBody>
      </p:sp>
      <p:sp>
        <p:nvSpPr>
          <p:cNvPr id="2686" name="Google Shape;2686;p4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Отборът ни</a:t>
            </a:r>
            <a:endParaRPr dirty="0"/>
          </a:p>
        </p:txBody>
      </p:sp>
      <p:sp>
        <p:nvSpPr>
          <p:cNvPr id="2689" name="Google Shape;2689;p4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Показва нашата идея</a:t>
            </a:r>
            <a:endParaRPr dirty="0"/>
          </a:p>
        </p:txBody>
      </p:sp>
      <p:sp>
        <p:nvSpPr>
          <p:cNvPr id="2690" name="Google Shape;2690;p4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59965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Идеята на проекта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2209188" y="0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Отборът ни</a:t>
            </a:r>
            <a:endParaRPr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AE801E-EB4E-8C83-F31D-9D0B48233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60" y="1013073"/>
            <a:ext cx="1551487" cy="15586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318AF8-6B0E-CDD6-1B34-45E69C71C43B}"/>
              </a:ext>
            </a:extLst>
          </p:cNvPr>
          <p:cNvSpPr txBox="1"/>
          <p:nvPr/>
        </p:nvSpPr>
        <p:spPr>
          <a:xfrm>
            <a:off x="-336885" y="2722126"/>
            <a:ext cx="2997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b="1" dirty="0">
                <a:solidFill>
                  <a:schemeClr val="bg1"/>
                </a:solidFill>
              </a:rPr>
              <a:t>Тодор Стамболиев – </a:t>
            </a:r>
            <a:r>
              <a:rPr lang="en-US" sz="1200" b="1" dirty="0">
                <a:solidFill>
                  <a:schemeClr val="bg1"/>
                </a:solidFill>
              </a:rPr>
              <a:t>10</a:t>
            </a:r>
            <a:r>
              <a:rPr lang="bg-BG" sz="1200" b="1" dirty="0">
                <a:solidFill>
                  <a:schemeClr val="bg1"/>
                </a:solidFill>
              </a:rPr>
              <a:t>В клас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Scrum Trainer</a:t>
            </a:r>
            <a:endParaRPr lang="bg-BG" sz="1200" b="1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F876C8-80FF-D5EA-9D50-88292B72E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827" y="1013072"/>
            <a:ext cx="1551488" cy="15586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49AAD8-645E-36E8-0FB6-39F2D2C38F70}"/>
              </a:ext>
            </a:extLst>
          </p:cNvPr>
          <p:cNvSpPr txBox="1"/>
          <p:nvPr/>
        </p:nvSpPr>
        <p:spPr>
          <a:xfrm>
            <a:off x="2291724" y="2725788"/>
            <a:ext cx="2495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b="1" dirty="0">
                <a:solidFill>
                  <a:schemeClr val="bg1"/>
                </a:solidFill>
              </a:rPr>
              <a:t>Цветомир Лучев – 10</a:t>
            </a:r>
            <a:r>
              <a:rPr lang="en-US" sz="1200" b="1" dirty="0">
                <a:solidFill>
                  <a:schemeClr val="bg1"/>
                </a:solidFill>
              </a:rPr>
              <a:t>A </a:t>
            </a:r>
            <a:r>
              <a:rPr lang="bg-BG" sz="1200" b="1" dirty="0">
                <a:solidFill>
                  <a:schemeClr val="bg1"/>
                </a:solidFill>
              </a:rPr>
              <a:t>клас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Frontend developer</a:t>
            </a:r>
            <a:endParaRPr lang="bg-BG" sz="1200" b="1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574041B-965D-D8D0-4F59-DF828935C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954" y="1013071"/>
            <a:ext cx="1557234" cy="155867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996566-E153-38E7-8EDF-2FC3611E998B}"/>
              </a:ext>
            </a:extLst>
          </p:cNvPr>
          <p:cNvSpPr txBox="1"/>
          <p:nvPr/>
        </p:nvSpPr>
        <p:spPr>
          <a:xfrm>
            <a:off x="4409716" y="2729450"/>
            <a:ext cx="2866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b="1" dirty="0">
                <a:solidFill>
                  <a:schemeClr val="bg1"/>
                </a:solidFill>
              </a:rPr>
              <a:t>Християн Гроздев – </a:t>
            </a:r>
            <a:r>
              <a:rPr lang="en-US" sz="1200" b="1" dirty="0">
                <a:solidFill>
                  <a:schemeClr val="bg1"/>
                </a:solidFill>
              </a:rPr>
              <a:t>10</a:t>
            </a:r>
            <a:r>
              <a:rPr lang="bg-BG" sz="1200" b="1" dirty="0">
                <a:solidFill>
                  <a:schemeClr val="bg1"/>
                </a:solidFill>
              </a:rPr>
              <a:t>Б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bg-BG" sz="1200" b="1" dirty="0">
                <a:solidFill>
                  <a:schemeClr val="bg1"/>
                </a:solidFill>
              </a:rPr>
              <a:t>клас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Backend developer</a:t>
            </a:r>
            <a:endParaRPr lang="bg-BG" sz="1200" b="1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E9C4F63-367D-4BD6-6D57-70C323306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693" y="1018823"/>
            <a:ext cx="1551487" cy="15529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B7220A0-3FB4-E92D-71BC-31A2A5678FCB}"/>
              </a:ext>
            </a:extLst>
          </p:cNvPr>
          <p:cNvSpPr txBox="1"/>
          <p:nvPr/>
        </p:nvSpPr>
        <p:spPr>
          <a:xfrm>
            <a:off x="6814213" y="2729450"/>
            <a:ext cx="2580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b="1" dirty="0">
                <a:solidFill>
                  <a:schemeClr val="bg1"/>
                </a:solidFill>
              </a:rPr>
              <a:t>Явор Велизаров – 10Г клас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QA</a:t>
            </a:r>
            <a:endParaRPr lang="bg-BG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46"/>
          <p:cNvSpPr txBox="1">
            <a:spLocks noGrp="1"/>
          </p:cNvSpPr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Идеята ни</a:t>
            </a:r>
            <a:endParaRPr dirty="0"/>
          </a:p>
        </p:txBody>
      </p:sp>
      <p:sp>
        <p:nvSpPr>
          <p:cNvPr id="2721" name="Google Shape;2721;p46"/>
          <p:cNvSpPr txBox="1">
            <a:spLocks noGrp="1"/>
          </p:cNvSpPr>
          <p:nvPr>
            <p:ph type="body" idx="1"/>
          </p:nvPr>
        </p:nvSpPr>
        <p:spPr>
          <a:xfrm>
            <a:off x="2541150" y="2050375"/>
            <a:ext cx="40617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bg-BG" dirty="0"/>
              <a:t>Нашата идея е да създадем игра, в която хората могат да играят лабиринти. Направили сме три трудности, които могат да играят.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B59B8-8262-8D36-36C9-6CE78B219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65" y="2145800"/>
            <a:ext cx="1790094" cy="17777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47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Етапи на планиране</a:t>
            </a:r>
            <a:endParaRPr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91E577F-61F5-B7E0-BD3C-320017A879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1521688"/>
              </p:ext>
            </p:extLst>
          </p:nvPr>
        </p:nvGraphicFramePr>
        <p:xfrm>
          <a:off x="371260" y="539525"/>
          <a:ext cx="7810214" cy="4064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53"/>
          <p:cNvSpPr txBox="1">
            <a:spLocks noGrp="1"/>
          </p:cNvSpPr>
          <p:nvPr>
            <p:ph type="title"/>
          </p:nvPr>
        </p:nvSpPr>
        <p:spPr>
          <a:xfrm>
            <a:off x="705014" y="1375345"/>
            <a:ext cx="7733971" cy="21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7200" dirty="0">
                <a:solidFill>
                  <a:schemeClr val="bg1"/>
                </a:solidFill>
              </a:rPr>
              <a:t>Нека преминем към играта</a:t>
            </a:r>
            <a:endParaRPr sz="7200" dirty="0">
              <a:solidFill>
                <a:schemeClr val="bg1"/>
              </a:solidFill>
            </a:endParaRPr>
          </a:p>
        </p:txBody>
      </p:sp>
      <p:cxnSp>
        <p:nvCxnSpPr>
          <p:cNvPr id="3047" name="Google Shape;3047;p53"/>
          <p:cNvCxnSpPr>
            <a:stCxn id="3048" idx="6"/>
            <a:endCxn id="3049" idx="2"/>
          </p:cNvCxnSpPr>
          <p:nvPr/>
        </p:nvCxnSpPr>
        <p:spPr>
          <a:xfrm>
            <a:off x="2676225" y="3504145"/>
            <a:ext cx="3791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3050" name="Google Shape;3050;p53"/>
          <p:cNvGrpSpPr/>
          <p:nvPr/>
        </p:nvGrpSpPr>
        <p:grpSpPr>
          <a:xfrm>
            <a:off x="2540925" y="3436495"/>
            <a:ext cx="4062150" cy="135300"/>
            <a:chOff x="2540925" y="3436495"/>
            <a:chExt cx="4062150" cy="135300"/>
          </a:xfrm>
        </p:grpSpPr>
        <p:sp>
          <p:nvSpPr>
            <p:cNvPr id="3048" name="Google Shape;3048;p53"/>
            <p:cNvSpPr/>
            <p:nvPr/>
          </p:nvSpPr>
          <p:spPr>
            <a:xfrm>
              <a:off x="2540925" y="3436495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3"/>
            <p:cNvSpPr/>
            <p:nvPr/>
          </p:nvSpPr>
          <p:spPr>
            <a:xfrm>
              <a:off x="6467775" y="3436495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51" name="Google Shape;3051;p53"/>
            <p:cNvCxnSpPr>
              <a:stCxn id="3048" idx="6"/>
              <a:endCxn id="3049" idx="2"/>
            </p:cNvCxnSpPr>
            <p:nvPr/>
          </p:nvCxnSpPr>
          <p:spPr>
            <a:xfrm>
              <a:off x="2676225" y="3504145"/>
              <a:ext cx="37917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Play</vt:lpstr>
      <vt:lpstr>Arial</vt:lpstr>
      <vt:lpstr>Source Sans Pro</vt:lpstr>
      <vt:lpstr>Computer Science &amp; Mathematics Major For College: Computer Science &amp; Programming by Slidesgo</vt:lpstr>
      <vt:lpstr>Team 25</vt:lpstr>
      <vt:lpstr>Съдържание</vt:lpstr>
      <vt:lpstr>Отборът ни</vt:lpstr>
      <vt:lpstr>Идеята ни</vt:lpstr>
      <vt:lpstr>Етапи на планиране</vt:lpstr>
      <vt:lpstr>Нека преминем към играта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PCX</dc:creator>
  <cp:lastModifiedBy>Todor Stamboliev</cp:lastModifiedBy>
  <cp:revision>1</cp:revision>
  <dcterms:modified xsi:type="dcterms:W3CDTF">2025-11-17T17:32:27Z</dcterms:modified>
</cp:coreProperties>
</file>